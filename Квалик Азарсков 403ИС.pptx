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1436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B7DF4-E817-0841-BE07-A8EB81185DA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F3015-39B0-6A46-86EC-199B366B9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78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F3015-39B0-6A46-86EC-199B366B9A1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911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F3015-39B0-6A46-86EC-199B366B9A1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83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17495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12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223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51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27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795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185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41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58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0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425F233-9F3C-D546-ADD1-8B71A0E2A59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5F5B249-798A-AA43-B4BB-708F84B7DC6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86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4B58A-E884-8A0C-9074-D66521C1E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4987" y="1405054"/>
            <a:ext cx="9010184" cy="1634134"/>
          </a:xfrm>
        </p:spPr>
        <p:txBody>
          <a:bodyPr/>
          <a:lstStyle/>
          <a:p>
            <a:r>
              <a:rPr lang="ru-RU" sz="4000" dirty="0">
                <a:latin typeface=""/>
              </a:rPr>
              <a:t>Мобильное</a:t>
            </a:r>
            <a:r>
              <a:rPr lang="en-US" sz="4000" dirty="0">
                <a:latin typeface=""/>
              </a:rPr>
              <a:t> </a:t>
            </a:r>
            <a:r>
              <a:rPr lang="ru-RU" sz="4000" dirty="0">
                <a:latin typeface=""/>
              </a:rPr>
              <a:t>приложение </a:t>
            </a:r>
            <a:br>
              <a:rPr lang="en-US" sz="4000" dirty="0">
                <a:latin typeface=""/>
              </a:rPr>
            </a:br>
            <a:r>
              <a:rPr lang="en-US" sz="4000" dirty="0">
                <a:solidFill>
                  <a:prstClr val="black"/>
                </a:solidFill>
                <a:latin typeface=""/>
              </a:rPr>
              <a:t>“Planner”</a:t>
            </a:r>
            <a:endParaRPr lang="ru-RU" sz="4000" dirty="0">
              <a:latin typeface="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05C613-6953-465F-DBC9-141D7ACC59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Азарсков Антон </a:t>
            </a:r>
          </a:p>
          <a:p>
            <a:r>
              <a:rPr lang="ru-RU" dirty="0"/>
              <a:t>403ИС-22</a:t>
            </a:r>
          </a:p>
        </p:txBody>
      </p:sp>
    </p:spTree>
    <p:extLst>
      <p:ext uri="{BB962C8B-B14F-4D97-AF65-F5344CB8AC3E}">
        <p14:creationId xmlns:p14="http://schemas.microsoft.com/office/powerpoint/2010/main" val="1960867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FB743-5493-F935-C620-883CDEF5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"/>
              </a:rPr>
              <a:t>Актуальность приложения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CA5B51A9-151D-1617-0ADC-6EC5E47565E3}"/>
              </a:ext>
            </a:extLst>
          </p:cNvPr>
          <p:cNvSpPr/>
          <p:nvPr/>
        </p:nvSpPr>
        <p:spPr>
          <a:xfrm>
            <a:off x="1126273" y="2029521"/>
            <a:ext cx="10404088" cy="26567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000" dirty="0">
                <a:latin typeface=""/>
              </a:rPr>
              <a:t>В современном ритме жизни человеку приходится управлять большим количеством задач, которые легко забыть при использовании разрозненных заметок и списков. Поэтому возникает потребность в удобном и понятном инструменте для планирования дел и контроля их выполнения. Приложение </a:t>
            </a:r>
            <a:r>
              <a:rPr lang="en" sz="2000" dirty="0">
                <a:latin typeface=""/>
              </a:rPr>
              <a:t>Planner </a:t>
            </a:r>
            <a:r>
              <a:rPr lang="ru-RU" sz="2000" dirty="0">
                <a:latin typeface=""/>
              </a:rPr>
              <a:t>решает эту задачу, предоставляя простой интерфейс для добавления задач, отслеживания их статуса и наглядного отображения прогресса без лишней сложности.</a:t>
            </a:r>
          </a:p>
          <a:p>
            <a:pPr algn="just"/>
            <a:endParaRPr lang="ru-RU" sz="20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9007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9667F-1B09-43DD-5643-EA5F7652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8688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"/>
              </a:rPr>
              <a:t>Цель и задачи проекта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BB82C4-15C8-7B88-99C0-534BD09D7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51101"/>
            <a:ext cx="9601200" cy="44827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"/>
              </a:rPr>
              <a:t>Цель: разработать удобное и наглядное мобильное приложение для управления личными задачами, которое позволит пользователю планировать свои дела, отслеживать их выполнение, повышать личную продуктивность и эффективно организовывать повседневную деятельность с помощью современного и интуитивно понятного интерфейса.</a:t>
            </a:r>
            <a:endParaRPr lang="en-US" dirty="0">
              <a:latin typeface=""/>
            </a:endParaRPr>
          </a:p>
          <a:p>
            <a:pPr marL="0" indent="0" algn="just">
              <a:buNone/>
            </a:pPr>
            <a:r>
              <a:rPr lang="ru-RU" dirty="0">
                <a:latin typeface=""/>
              </a:rPr>
              <a:t>Задачи: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Персональный менеджер задач с авторизацией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Хранение задач для каждого пользователя отдельно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Добавление, редактирование и удаление задач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Отметка выполненных задач и фильтрация по статусу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Просмотр личной статистики в профиле</a:t>
            </a:r>
          </a:p>
        </p:txBody>
      </p:sp>
    </p:spTree>
    <p:extLst>
      <p:ext uri="{BB962C8B-B14F-4D97-AF65-F5344CB8AC3E}">
        <p14:creationId xmlns:p14="http://schemas.microsoft.com/office/powerpoint/2010/main" val="3257684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4B995-148E-83AF-466F-A3383E27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7312"/>
          </a:xfrm>
        </p:spPr>
        <p:txBody>
          <a:bodyPr/>
          <a:lstStyle/>
          <a:p>
            <a:r>
              <a:rPr lang="ru-RU" dirty="0"/>
              <a:t>Сценарий работы пользователя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DA946-469F-A02A-8081-8907675D4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971" y="1918010"/>
            <a:ext cx="9868829" cy="39493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Запуск приложения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Авторизация / вход в аккаунт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Главный экран: просмотр списка задач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Работа с задачами: добавление, редактирование, отметка “выполнено”, удаление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Фильтрация задач: все / активные / выполненные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Профиль: просмотр статистики по задачам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"/>
              </a:rPr>
              <a:t>Выход из аккаунта (при необходимости)</a:t>
            </a:r>
          </a:p>
          <a:p>
            <a:pPr marL="0" indent="0">
              <a:buNone/>
            </a:pPr>
            <a:endParaRPr lang="ru-RU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979767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5B9A2-44B4-756D-2EEA-1EF7F4EF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84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"/>
              </a:rPr>
              <a:t>Основной функционал 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5F55D0B-E51A-6D7D-49C6-F6F7B902F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006" y="1766916"/>
            <a:ext cx="1769792" cy="3679902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A099B-AE8D-5F4A-D013-371D8FDA9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408" y="1766916"/>
            <a:ext cx="1769792" cy="367990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8057B3-4AD5-C0F0-795F-26D00E335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2811" y="1766916"/>
            <a:ext cx="1769792" cy="370275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B695B4-F7C8-2E4B-80BC-5049C7A95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095" y="1766916"/>
            <a:ext cx="1769792" cy="3702757"/>
          </a:xfrm>
          <a:prstGeom prst="rect">
            <a:avLst/>
          </a:prstGeom>
        </p:spPr>
      </p:pic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6F3DA005-B935-6C2D-21E1-9E1180CFBEFA}"/>
              </a:ext>
            </a:extLst>
          </p:cNvPr>
          <p:cNvSpPr/>
          <p:nvPr/>
        </p:nvSpPr>
        <p:spPr>
          <a:xfrm>
            <a:off x="1356200" y="5612293"/>
            <a:ext cx="2361404" cy="11363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"/>
              </a:rPr>
              <a:t>Экран авторизации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99A4274-814C-B33A-1515-6B5DC188DE32}"/>
              </a:ext>
            </a:extLst>
          </p:cNvPr>
          <p:cNvSpPr/>
          <p:nvPr/>
        </p:nvSpPr>
        <p:spPr>
          <a:xfrm>
            <a:off x="4184893" y="5612293"/>
            <a:ext cx="2361404" cy="11363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"/>
              </a:rPr>
              <a:t>Главный экран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3B41D6B-A431-15D6-9C48-2FB939A44D6C}"/>
              </a:ext>
            </a:extLst>
          </p:cNvPr>
          <p:cNvSpPr/>
          <p:nvPr/>
        </p:nvSpPr>
        <p:spPr>
          <a:xfrm>
            <a:off x="6857005" y="5580964"/>
            <a:ext cx="2361404" cy="116764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"/>
              </a:rPr>
              <a:t>Профиль с личной статистикой 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831CF439-308C-008F-28F9-0ABE3ECCF773}"/>
              </a:ext>
            </a:extLst>
          </p:cNvPr>
          <p:cNvSpPr/>
          <p:nvPr/>
        </p:nvSpPr>
        <p:spPr>
          <a:xfrm>
            <a:off x="9497289" y="5589438"/>
            <a:ext cx="2361404" cy="115917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"/>
              </a:rPr>
              <a:t>Создание новой задачи и выбор приоритета</a:t>
            </a:r>
          </a:p>
        </p:txBody>
      </p:sp>
    </p:spTree>
    <p:extLst>
      <p:ext uri="{BB962C8B-B14F-4D97-AF65-F5344CB8AC3E}">
        <p14:creationId xmlns:p14="http://schemas.microsoft.com/office/powerpoint/2010/main" val="243432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F17CB8-8ED1-CB58-8493-61CF5D02C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3629" y="1063893"/>
            <a:ext cx="1892276" cy="4205058"/>
          </a:xfrm>
        </p:spPr>
      </p:pic>
      <p:pic>
        <p:nvPicPr>
          <p:cNvPr id="8" name="Рисунок 7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F31A38-97C8-1D40-F4E6-3088D5464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530" y="1063893"/>
            <a:ext cx="1892276" cy="4205060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727E26-940E-CA02-AC13-D88774A37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431" y="1063893"/>
            <a:ext cx="1892276" cy="4205058"/>
          </a:xfrm>
          <a:prstGeom prst="rect">
            <a:avLst/>
          </a:prstGeom>
        </p:spPr>
      </p:pic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3DAE19E4-E067-F364-D080-83FC76462C3F}"/>
              </a:ext>
            </a:extLst>
          </p:cNvPr>
          <p:cNvSpPr/>
          <p:nvPr/>
        </p:nvSpPr>
        <p:spPr>
          <a:xfrm>
            <a:off x="2197628" y="5403648"/>
            <a:ext cx="2506681" cy="13249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"/>
              </a:rPr>
              <a:t>Добавленная задача с средним приоритетом 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B618D6-5AAE-A77C-4274-DCB60B3C13B0}"/>
              </a:ext>
            </a:extLst>
          </p:cNvPr>
          <p:cNvSpPr/>
          <p:nvPr/>
        </p:nvSpPr>
        <p:spPr>
          <a:xfrm>
            <a:off x="5354928" y="5389268"/>
            <a:ext cx="2506681" cy="13393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"/>
              </a:rPr>
              <a:t>Удаление задачи свайпом влево или право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D39AD005-0AA3-FB3C-EE92-EB052C2D7104}"/>
              </a:ext>
            </a:extLst>
          </p:cNvPr>
          <p:cNvSpPr/>
          <p:nvPr/>
        </p:nvSpPr>
        <p:spPr>
          <a:xfrm>
            <a:off x="8512228" y="5329110"/>
            <a:ext cx="2506681" cy="139947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"/>
              </a:rPr>
              <a:t>При удалении задачи есть возможность отмены удаления</a:t>
            </a:r>
          </a:p>
        </p:txBody>
      </p:sp>
    </p:spTree>
    <p:extLst>
      <p:ext uri="{BB962C8B-B14F-4D97-AF65-F5344CB8AC3E}">
        <p14:creationId xmlns:p14="http://schemas.microsoft.com/office/powerpoint/2010/main" val="184472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BE9AD-E156-E2AC-6E4F-766F9AA3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Заключение по проекту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4A8F6-FB56-C1C5-DA7E-AE6B6FE5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517" y="1628078"/>
            <a:ext cx="9902283" cy="42393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200" dirty="0">
                <a:latin typeface=""/>
              </a:rPr>
              <a:t>Итоги проекта: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dirty="0">
                <a:latin typeface=""/>
              </a:rPr>
              <a:t>реализована система авторизации пользователей;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dirty="0">
                <a:latin typeface=""/>
              </a:rPr>
              <a:t>создан главный экран со списком задач;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dirty="0">
                <a:latin typeface=""/>
              </a:rPr>
              <a:t>добавлена возможность управления статусом задач;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dirty="0">
                <a:latin typeface=""/>
              </a:rPr>
              <a:t>реализован профиль пользователя со статистикой;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dirty="0">
                <a:latin typeface=""/>
              </a:rPr>
              <a:t>приложение готово к демонстрации и дальнейшему развитию.</a:t>
            </a:r>
          </a:p>
          <a:p>
            <a:pPr marL="0" indent="0" algn="just">
              <a:buNone/>
            </a:pPr>
            <a:endParaRPr lang="ru-RU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976273187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76</TotalTime>
  <Words>271</Words>
  <Application>Microsoft Macintosh PowerPoint</Application>
  <PresentationFormat>Широкоэкранный</PresentationFormat>
  <Paragraphs>38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Arial</vt:lpstr>
      <vt:lpstr>Franklin Gothic Book</vt:lpstr>
      <vt:lpstr>Уголки</vt:lpstr>
      <vt:lpstr>Мобильное приложение  “Planner”</vt:lpstr>
      <vt:lpstr>Актуальность приложения</vt:lpstr>
      <vt:lpstr>Цель и задачи проекта </vt:lpstr>
      <vt:lpstr>Сценарий работы пользователя</vt:lpstr>
      <vt:lpstr>Основной функционал </vt:lpstr>
      <vt:lpstr>Презентация PowerPoint</vt:lpstr>
      <vt:lpstr>Заключение по проекту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2025-12-18T18:04:38Z</dcterms:created>
  <dcterms:modified xsi:type="dcterms:W3CDTF">2025-12-18T19:21:12Z</dcterms:modified>
</cp:coreProperties>
</file>